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Arial"/>
              </a:rPr>
              <a:t>A skill body — thousands of words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0.83</c:v>
                </c:pt>
                <c:pt idx="2">
                  <c:v>0.71</c:v>
                </c:pt>
                <c:pt idx="3">
                  <c:v>0.62</c:v>
                </c:pt>
                <c:pt idx="4">
                  <c:v>0.55</c:v>
                </c:pt>
                <c:pt idx="5">
                  <c:v>0.49</c:v>
                </c:pt>
                <c:pt idx="6">
                  <c:v>0.45</c:v>
                </c:pt>
                <c:pt idx="7">
                  <c:v>0.42</c:v>
                </c:pt>
                <c:pt idx="8">
                  <c:v>0.4</c:v>
                </c:pt>
                <c:pt idx="9">
                  <c:v>0.39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12700" cap="flat">
              <a:solidFill>
                <a:srgbClr val="E4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Arial"/>
              </a:rPr>
              <a:t>A description — two or three sentences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C98A12"/>
            </a:solidFill>
            <a:ln w="31750" cap="flat">
              <a:solidFill>
                <a:srgbClr val="C98A1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8A12"/>
              </a:solidFill>
              <a:ln w="9525" cap="flat">
                <a:solidFill>
                  <a:srgbClr val="C98A1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0.52</c:v>
                </c:pt>
                <c:pt idx="2">
                  <c:v>0.95</c:v>
                </c:pt>
                <c:pt idx="3">
                  <c:v>0.38</c:v>
                </c:pt>
                <c:pt idx="4">
                  <c:v>0.88</c:v>
                </c:pt>
                <c:pt idx="5">
                  <c:v>0.34</c:v>
                </c:pt>
                <c:pt idx="6">
                  <c:v>0.93</c:v>
                </c:pt>
                <c:pt idx="7">
                  <c:v>0.44</c:v>
                </c:pt>
                <c:pt idx="8">
                  <c:v>0.86</c:v>
                </c:pt>
                <c:pt idx="9">
                  <c:v>0.4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12700" cap="flat">
              <a:solidFill>
                <a:srgbClr val="E4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開場（約 30 秒）。
這個 sprint 我大部分時間花在讓 agent server 的 HTTP 介面變得 general，所以今天主要想講的是：你們各自的 domain agent 要怎麼接上這個系統。
整場大概 10 分鐘：Part 1 講怎麼接（8 分鐘），Part 2 兩頁快速帶過我們拿這個系統做的另一件事。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 分鐘。
先建立整體圖像。左邊是這個系統的三塊功能：evaluation 跑整份 eval set 打分數並診斷失敗的 span；playground 讓你改一份 skill 的副本、單獨問一題；optimize 則是拿你的 eval set 去訓練一個 skill。
右邊是各位自己的 domain agent，對這個系統來說它是一個 black box——我們完全不知道也不在乎你裡面用什麼 model、什麼 tool、什麼 prompt。
中間唯一需要你寫的，就是一個 HTTP server，上面兩個 endpoint。
下面那條回路是 trace：你的 agent 把 trace 寫進 Langfuse，系統再讀回來。這條回路是後面第三個 level 的前提，等一下會講為什麼 trace id 一定要用我們給的那個。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1.5 分鐘。
只有 chat endpoint 是必須的，而且它就是一個標準的 OpenAI compatible chat completions endpoint——single-shot，沒有 conversation、沒有 session、沒有跨呼叫的狀態。大部分 agent 前面本來就有一個，所以你今天其實就可以被 evaluate。
它收到的東西：一則 user message（沒有 system message，prompt 是你自己的）、一個 trace id、一個 timeout 預算，以及有時候會附上的 skill 檔案。這些額外的東西全部包在一個 top-level key 底下叫 skill_studio——為什麼不用 OpenAI 的 metadata？因為 metadata 規格上限是 16 組短字串，skill 檔案塞不進去，嚴格的 gateway 還會直接擋掉。
它要回的東西：一個有內容的文字答案。空字串或只有 tool call 會被算成「這題失敗」，不是「答錯」。
skills endpoint 是選配的，沒有參數，回一個 flat 的「路徑 → 檔案全文」的 map，加一個 version。
另外強調：這是兩個各自獨立的絕對 URL，我們不會幫你組路徑，你放在不同 prefix、不同 gateway、甚至不同 host 都可以。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2 分鐘，這是 Part 1 的核心頁。
整個 request 就是標準 OpenAI 格式，唯一的差別是多一個 top-level key: skill_studio。
右邊四件事是你那側要做到的：
1) trace id：這是最 load-bearing 的一項。trace id 是我們先產生再送給你的，你要拿它去寫 Langfuse。如果你自己產生一個，chat endpoint 看起來一切正常、evaluation 也會有分數，但 step-by-step 檢視、失敗診斷、optimizer 的 reflection 會全部靜悄悄地失效，而且 optimization 根本不會讓你開跑。
2) timeout_s：這是我們給你的預算，請照著做，不要沿用自己寫死的上限（不然把平台的 timeout 調大會沒有效果）。但你還是要有自己的天花板，並且到期回 504，不要默默回一個截斷的答案。我們送給你的值已經比平台自己等待的時間少 5 秒，所以正常情況下是你先到期，你的錯誤訊息才來得及回到我們這邊。
3) skills：如果這個 key 有出現，就只用這些檔案，不要用你自己硬碟上的。這是下一頁的主題。
4) 答案一定要有文字內容。空字串、只有 tool call、或是 200 帶著一頁 HTML 錯誤頁，都會被算成失敗——因為讓 LLM judge 去評一個空字串只會產生一個看起來很有信心的錯誤結論。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1.5 分鐘。
上半：skills endpoint 回什麼。四個雷區——
不要做成樹狀，一個檔案一個 key，而且 reference 檔案要一起走訪，因為一個 skill 是一個目錄；
不要截斷檔案內容，開發者會在畫面上編輯後送回來，截斷等於幫他刪檔；
空的 {} 是合法答案（代表這個 agent 沒有 skill），但讀不到自己的目錄要回 5xx，這兩件事必須分得開，不然開發者會以為自己打的字不見了；
version 只要行為會變就要跟著變——改 skill、換 model、改 prompt、重新部署都算。回一個固定值比不回還糟，因為兩個檢查都失效但看起來像有在運作。
下半：同一份 map 出現在 chat call 上就是 override，這是整個 optimization 功能的基礎。三種狀態要分清楚：沒有這個 key＝用你自己的；有內容＝只用這些、你硬碟上的其他檔案在這一次呼叫中不存在；空的 {}＝這次不要用任何 skill。
程式上要判斷 key 在不在，不要寫 if (skills)，因為 {} 是 falsy，會把「不要用任何 skill」默默變成「用你自己的」。
還有兩件事：這是取代不是合併（合併的話就永遠無法表達「拿掉這個檔案會怎樣」），而且絕對不要寫進你真正的 skills 目錄——開發者在 playground 上改一改就會送一次，你的線上 agent 不該被這些影響。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1.5 分鐘，這頁是 Part 1 想讓大家帶走的結論。
不要覺得這個 HTTP server 一定要做到很複雜，它可以分三級，每一級解鎖一塊功能：
Level 1：只有 OpenAI compatible 的 chat endpoint，就能跑 evaluation，也能用到部分 playground。
Level 2：加上 skills endpoint，而且 chat endpoint 要真的套用 skill override，就有完整的 playground——可以直接在畫面上改 skill 檔案問一題、有 skill coverage 警告、也會偵測你的 server 在你編輯期間被重新部署過。
Level 3：再加上用我們給的 trace id 把 trace 寫進 Langfuse，就能跑 optimization。
注意 level 3 不是第三個 endpoint，它是 chat endpoint 的兩個行為。系統在 optimization 開跑前會先驗這兩件事：它會送一個帶有隱藏 marker 的 skill 過去，然後去 trace 裡面找那個 marker。找不到就直接不讓你開跑——與其花一小時得到一條平的曲線，不如當場說清楚。
建議大家就從 level 1 開始，先被 evaluate 起來再說。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 分鐘。
先講清楚：你的 server 要不要驗證，系統沒有意見。完全不驗的 server 和一定要驗的 server，在這裡一樣好用。
但如果你需要驗，我們可以送兩種東西過去，而且不管哪一種，你收到的都是同一個 Authorization header：
第一種是開發者自己在 URL 旁邊填的 API key（Bearer，或你指定的 header 名稱例如 X-Api-Key，那種情況不加 Bearer 前綴）。沒填就完全不送這個 header。
第二種是把「當下登入這個平台的那個人」的 SSO token forward 給你。這是重點：它是唯一會告訴你「是誰在問」的模式，所以如果你在自己的 agent server 上已經做了 per-user 的權限控制，可以直接接上來，不需要為了這個平台開一個共用的後門帳號。
要注意兩件事：一是 realm 和 audience 要對得起來——同 realm 不代表同 aud，aud 要有 audience mapper 才會寫進去，如果你嚴格檢查 aud，這是第一個要確認的地方，不然會每一個 request 都失敗；二是長時間的 run（eval 幾分鐘、optimization 幾小時）中間 token 會被重新簽發，所以任何 cache 要用 claims 當 key，不要用 token 字串。
兩者可以並存：某個 agent 有自己填的 key 的話，key 優先，你永遠只會收到一個 header。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 分鐘，講完就切到系統上 demo。
重點：不要自己看著規格從零寫。那份文件是刻意寫成自給自足的——不需要讀我們的 codebase，最後還附了一個最小的 reference implementation，和一份可以直接貼進 terminal 跑的 curl acceptance checklist。
所以最快的路徑是：把那一頁餵給你的 coding assistant，讓它幫你把 server 實作出來。
Demo 順序：先開 Agent Server → API reference，捲一下目錄讓大家看到涵蓋的範圍（錯誤碼各自代表什麼、override 的細節、驗收清單）；再切到旁邊的 Test your server，說明它會送一個帶著隨機 magic value 的 skill override 過去，如果你的回答裡沒有那個值，就代表 override 沒有真的進到你的 model。
最後補一句：文件裡任何讓你需要猜的地方，那都是文件的 bug，直接跟我說。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 分鐘。
Part 2 的第一件事：這個系統除了評 agent 的回答，我們也拿它來評 agent「選 skill」的能力。
做法很土但有效：把 evaluation question 從「台積電明年產能是多少」改寫成「請回答下面這個問題你會選擇哪一個 skill：台積電明年產能是多少」。
這樣現有的 evaluation 功能完全不用改就能用——一樣的上傳格式、一樣的 run、一樣的 judge、一樣的失敗診斷。
而且 ground truth 本來就在：eval set 的每一題本來就有一個 skill 欄位，記著這題「應該」由哪些 skill 回答。
附帶的好處是便宜：agent 在真正開始做事之前就停下來了，一題只需要一個決策，不用跑完整條 trajectory。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約 1 分鐘，快速帶過即可（時間不夠可以只講兩張圖然後跳到最後一頁）。
我們原本想直接沿用 SkillOpt 的想法，也就是 isolation mode 那一套，只是把目標換成 skill description。結果發現行不通，description 很難收斂，分數一直在動但不會停下來。
後來想清楚原因，就是這兩張圖：optimize 一個 skill body，等於在調一個參數量很大的模型，每次改一點（往某個段落補幾句），loss 可以沿著 gradient 慢慢往下走。
但 description 常常只有兩三句話，representation space 很小，改一點就等於整個重寫，loss 就在 loss surface 上大幅震盪，收不起來。
所以現在的做法比較樸素：用更大的 batch，加上 stratified sampling 把每個 skill 都平均鋪進每一個 batch，算一個比較 global、而且同時考慮所有 skill 的 gradient，避免被某一個 skill 帶偏，也避免小的 skill 明明沒進到這個 batch、description 卻還是被改。
但 batch 一大，optimizer 的 context window 就塞不下每一題的 trace，所以我們不送 trace，改送一個 digest：每個 skill 的 confusion matrix（這題被標成誰的、agent 實際打開了誰），加上 agent 自己的 system prompt，因為有些 routing 失敗其實是 agent 的 setup 造成的，不是任何一個 description 的錯。
這邊實驗還在跑，還沒有數字，下個 sprint 再跟大家報告。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收尾，約 30 秒。
重申最重要的一句：從 level 1 開始就好，門檻比大家想像的低。如果你前面已經有一個 OpenAI compatible 的 endpoint，只要照著文件補上 timeout_s 跟沿用我們的 trace id，這週就可以被 evaluate。
文件是給機器讀的，丟給你的 coding assistant；接好之後用 Test your server 驗一下你到第幾級。
最後拜託：文件裡任何讓你需要猜的地方都跟我說，那是文件的 bug，我修起來最便宜。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Plugging your domain agent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the platform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endpoints. Three levels. One black box.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89204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489204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 seam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5349240"/>
            <a:ext cx="310896" cy="310896"/>
          </a:xfrm>
          <a:prstGeom prst="roundRect">
            <a:avLst>
              <a:gd name="adj" fmla="val 29412"/>
            </a:avLst>
          </a:prstGeom>
          <a:solidFill>
            <a:srgbClr val="2F3B47"/>
          </a:solidFill>
          <a:ln w="12700">
            <a:solidFill>
              <a:srgbClr val="2F3B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5349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534924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skill selection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THE SEAM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agent meets the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96112" y="2194560"/>
            <a:ext cx="341985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5237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 eval set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96112" y="2944368"/>
            <a:ext cx="341985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3017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Playground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32735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one question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96112" y="3694176"/>
            <a:ext cx="3419856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3767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40233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skill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83480" y="2148840"/>
            <a:ext cx="2286000" cy="2057400"/>
          </a:xfrm>
          <a:prstGeom prst="roundRect">
            <a:avLst>
              <a:gd name="adj" fmla="val 355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74920" y="23774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HTTP server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66360" y="27432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01606B"/>
          </a:solidFill>
          <a:ln w="12700">
            <a:solidFill>
              <a:srgbClr val="0160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 chat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166360" y="32918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01606B"/>
          </a:solidFill>
          <a:ln w="12700">
            <a:solidFill>
              <a:srgbClr val="0160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57800" y="3291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skills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75320" y="2148840"/>
            <a:ext cx="3273552" cy="2057400"/>
          </a:xfrm>
          <a:prstGeom prst="roundRect">
            <a:avLst>
              <a:gd name="adj" fmla="val 3556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58200" y="23774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domain agent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27432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black box.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model, your tools, your prompt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90288" y="3172968"/>
            <a:ext cx="365760" cy="0"/>
          </a:xfrm>
          <a:prstGeom prst="line">
            <a:avLst/>
          </a:prstGeom>
          <a:noFill/>
          <a:ln w="22225">
            <a:solidFill>
              <a:srgbClr val="6B7784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06056" y="3172968"/>
            <a:ext cx="941832" cy="0"/>
          </a:xfrm>
          <a:prstGeom prst="line">
            <a:avLst/>
          </a:prstGeom>
          <a:noFill/>
          <a:ln w="22225">
            <a:solidFill>
              <a:srgbClr val="6B7784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34840" y="281635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8163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12096" y="4206240"/>
            <a:ext cx="0" cy="82296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606040" y="5029200"/>
            <a:ext cx="7306056" cy="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triangl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2606040" y="4663440"/>
            <a:ext cx="0" cy="36576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triangl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4709160" y="4828032"/>
            <a:ext cx="310896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82803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traces, via Langfuse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26364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of the seam is ours. Right of it is yours. The seam itself is what this sprint made general.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THE CONTRACT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endpoints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1673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absolute URLs. Only the first is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11535" cy="2103120"/>
          </a:xfrm>
          <a:prstGeom prst="roundRect">
            <a:avLst>
              <a:gd name="adj" fmla="val 3478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110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 {chat endpoint}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95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one question.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269748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4128" y="26974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892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receive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34840" y="2203704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20370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user message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34840" y="2587752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58775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id to reuse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2971800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97180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budget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3355848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33558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 (sometimes)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2743200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092440" y="18928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return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92440" y="2203704"/>
            <a:ext cx="3291840" cy="329184"/>
          </a:xfrm>
          <a:prstGeom prst="roundRect">
            <a:avLst>
              <a:gd name="adj" fmla="val 16667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83880" y="22037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text answer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624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ordinary OpenAI chat completion.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977640"/>
            <a:ext cx="10911535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970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{skills endpoint}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" y="4581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your skill files.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32688" y="498348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E4EAEE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4128" y="49834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34840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receive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34840" y="4489704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26280" y="448970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at all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60920" y="4914900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092440" y="41788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return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92440" y="4489704"/>
            <a:ext cx="3291840" cy="329184"/>
          </a:xfrm>
          <a:prstGeom prst="roundRect">
            <a:avLst>
              <a:gd name="adj" fmla="val 16667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44897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{path: file text}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92440" y="4873752"/>
            <a:ext cx="3291840" cy="329184"/>
          </a:xfrm>
          <a:prstGeom prst="roundRect">
            <a:avLst>
              <a:gd name="adj" fmla="val 16667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83880" y="48737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 string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092440" y="5294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map. Full text. Never a tree.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26364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path is imposed: different prefixes, gateways, even different hosts are all fine.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THE REQUEST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one chat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6858000" cy="3154680"/>
          </a:xfrm>
          <a:prstGeom prst="roundRect">
            <a:avLst>
              <a:gd name="adj" fmla="val 1739"/>
            </a:avLst>
          </a:prstGeom>
          <a:solidFill>
            <a:srgbClr val="F5F7F8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773936"/>
            <a:ext cx="6528816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"model": "default",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"messages": [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"user", "content": "What was ACME's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outstanding balance at the end of Q2?"}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"stream": false,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"skill_studio": {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"timeout_s": 115.0,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"trace_data": {"trace_id": "9f3e11c8...", ...},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"skills": {"billing/SKILL.md": "..."}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818120" y="16459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side must do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18120" y="2011680"/>
            <a:ext cx="37307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73568" y="213055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73568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67344" y="20848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the trace id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467344" y="23317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your 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6448" y="2651760"/>
            <a:ext cx="0" cy="182880"/>
          </a:xfrm>
          <a:prstGeom prst="line">
            <a:avLst/>
          </a:prstGeom>
          <a:noFill/>
          <a:ln w="15875">
            <a:solidFill>
              <a:srgbClr val="E4EAE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818120" y="2834640"/>
            <a:ext cx="37307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3568" y="295351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73568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Honour timeout_s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31546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504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3474720"/>
            <a:ext cx="0" cy="182880"/>
          </a:xfrm>
          <a:prstGeom prst="line">
            <a:avLst/>
          </a:prstGeom>
          <a:noFill/>
          <a:ln w="15875">
            <a:solidFill>
              <a:srgbClr val="E4EAE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18120" y="3657600"/>
            <a:ext cx="37307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73568" y="377647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73568" y="3776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467344" y="37307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skills, if sent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67344" y="39776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files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56448" y="4297680"/>
            <a:ext cx="0" cy="182880"/>
          </a:xfrm>
          <a:prstGeom prst="line">
            <a:avLst/>
          </a:prstGeom>
          <a:noFill/>
          <a:ln w="15875">
            <a:solidFill>
              <a:srgbClr val="E4EAEE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818120" y="4480560"/>
            <a:ext cx="3730752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3568" y="4599432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73568" y="4599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467344" y="45537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with text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467344" y="48006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empty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983480"/>
            <a:ext cx="6858000" cy="502920"/>
          </a:xfrm>
          <a:prstGeom prst="roundRect">
            <a:avLst>
              <a:gd name="adj" fmla="val 10909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9834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 id is the load-bearing one.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26364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is an ordinary chat completion. Empty content is a failed question, not a wrong answer — return a 5xx with a reason instead.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SKILLS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skills you run with — and the ones we lend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577840" cy="1783080"/>
          </a:xfrm>
          <a:prstGeom prst="roundRect">
            <a:avLst>
              <a:gd name="adj" fmla="val 3077"/>
            </a:avLst>
          </a:prstGeom>
          <a:solidFill>
            <a:srgbClr val="F5F7F8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773936"/>
            <a:ext cx="524865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"a1b2c3d",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"skills": {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"billing/SKILL.md":              "...",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"billing/references/refunds.md": "...",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"reporting/SKILL.md":            "..."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92240" y="1645920"/>
            <a:ext cx="505663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645920"/>
            <a:ext cx="4873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map — one key per file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2103120"/>
            <a:ext cx="505663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103120"/>
            <a:ext cx="4873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— never truncated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92240" y="2560320"/>
            <a:ext cx="505663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2560320"/>
            <a:ext cx="4873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{} is an answer; 5xx is a failure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3017520"/>
            <a:ext cx="505663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3017520"/>
            <a:ext cx="4873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moves when behaviour moves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03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that same map back on a chat call and it becomes an override — three states: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35112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4279392"/>
            <a:ext cx="307238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4279392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skills key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4964" y="4809744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E4EAEE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6404" y="48097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915668" y="4809744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E4EAEE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07108" y="48097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976372" y="4809744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E4EAEE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67812" y="48097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47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59536" y="53492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files, as normal.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34256" y="4114800"/>
            <a:ext cx="3511296" cy="1783080"/>
          </a:xfrm>
          <a:prstGeom prst="roundRect">
            <a:avLst>
              <a:gd name="adj" fmla="val 4103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3712" y="4279392"/>
            <a:ext cx="307238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4279392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"skills": { ... }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79492" y="4809744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70932" y="48097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40196" y="4809744"/>
            <a:ext cx="960120" cy="36576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31636" y="48097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refs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553712" y="53492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files only, for this call.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28432" y="4114800"/>
            <a:ext cx="351129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47888" y="4279392"/>
            <a:ext cx="307238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4279392"/>
            <a:ext cx="2889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"skills": { }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89136" y="4809744"/>
            <a:ext cx="13898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6B778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9180576" y="4809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7888" y="53492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skill files at all.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263640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Replacement, never a patch. Never persisted. Test for the key, not for truthiness — {} is falsy.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THREE LEVELS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not have to build all of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1673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works with what you give it, and names what is missing.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3511296" cy="2240280"/>
          </a:xfrm>
          <a:prstGeom prst="roundRect">
            <a:avLst>
              <a:gd name="adj" fmla="val 3265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367588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3675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3730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chat endpoint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4187952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most agents already have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4498848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4736592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513892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 eval set. Read every verdict.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4256" y="2880360"/>
            <a:ext cx="3511296" cy="2834640"/>
          </a:xfrm>
          <a:prstGeom prst="roundRect">
            <a:avLst>
              <a:gd name="adj" fmla="val 2581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3712" y="308152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3712" y="3081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084064" y="3136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skills, + override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3712" y="3593592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route, one behaviour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53712" y="3904488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53712" y="4142232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playground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454456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skills. Ask one question. Catch drift.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8432" y="2286000"/>
            <a:ext cx="3511296" cy="3429000"/>
          </a:xfrm>
          <a:prstGeom prst="roundRect">
            <a:avLst>
              <a:gd name="adj" fmla="val 213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47888" y="24871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1606B"/>
          </a:solidFill>
          <a:ln w="12700">
            <a:solidFill>
              <a:srgbClr val="0160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478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0" y="2542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our trace id, in Langfuse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47888" y="2999232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FE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third endpoint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3310128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3547872"/>
            <a:ext cx="3072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47888" y="3950208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F0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scored rollouts against candidates.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AUTHENTICATION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server needs to know who is asking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1673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unlocks no feature — but the platform can send a credential.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key a developer typed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for the whole agent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2441448"/>
            <a:ext cx="502920" cy="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4892040" y="2441448"/>
            <a:ext cx="0" cy="77724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640080" y="352044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signed-in user's token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023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forwarded as that person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9120" y="3995928"/>
            <a:ext cx="502920" cy="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892040" y="3310128"/>
            <a:ext cx="0" cy="68580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892040" y="3310128"/>
            <a:ext cx="457200" cy="0"/>
          </a:xfrm>
          <a:prstGeom prst="line">
            <a:avLst/>
          </a:prstGeom>
          <a:noFill/>
          <a:ln w="19050">
            <a:solidFill>
              <a:srgbClr val="6B778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40680" y="2926080"/>
            <a:ext cx="3246120" cy="777240"/>
          </a:xfrm>
          <a:prstGeom prst="roundRect">
            <a:avLst>
              <a:gd name="adj" fmla="val 9412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29260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Bearer ...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78240" y="3310128"/>
            <a:ext cx="45720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326880" y="2743200"/>
            <a:ext cx="2221992" cy="1143000"/>
          </a:xfrm>
          <a:prstGeom prst="roundRect">
            <a:avLst>
              <a:gd name="adj" fmla="val 6400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0" y="2999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server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31012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header, never two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528523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50474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second one matters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534009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only mode that tells you who is asking, so an agent with its own per-user authorization keeps it.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72784" y="4892040"/>
            <a:ext cx="528523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28816" y="50474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check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528816" y="534009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realm and same audience. Tokens are re-minted mid-run — cache on the claims, not the token text.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GETTING THERE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should probably not write this by hand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8105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API reference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157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self-contained page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" y="2304288"/>
            <a:ext cx="0" cy="548640"/>
          </a:xfrm>
          <a:prstGeom prst="line">
            <a:avLst/>
          </a:prstGeom>
          <a:noFill/>
          <a:ln w="15875">
            <a:solidFill>
              <a:srgbClr val="E4EAE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9535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it to your coding assistant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3300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the server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0392" y="3447288"/>
            <a:ext cx="0" cy="548640"/>
          </a:xfrm>
          <a:prstGeom prst="line">
            <a:avLst/>
          </a:prstGeom>
          <a:noFill/>
          <a:ln w="15875">
            <a:solidFill>
              <a:srgbClr val="E4EAE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41148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40965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Test your server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4443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level you reached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49440" y="1645920"/>
            <a:ext cx="4599432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1645920"/>
            <a:ext cx="4599432" cy="384048"/>
          </a:xfrm>
          <a:prstGeom prst="roundRect">
            <a:avLst>
              <a:gd name="adj" fmla="val 14286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5744" y="1783080"/>
            <a:ext cx="109728" cy="109728"/>
          </a:xfrm>
          <a:prstGeom prst="ellipse">
            <a:avLst/>
          </a:prstGeom>
          <a:solidFill>
            <a:srgbClr val="E06C5E"/>
          </a:solidFill>
          <a:ln w="12700">
            <a:solidFill>
              <a:srgbClr val="E06C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96912" y="1783080"/>
            <a:ext cx="109728" cy="109728"/>
          </a:xfrm>
          <a:prstGeom prst="ellipse">
            <a:avLst/>
          </a:prstGeom>
          <a:solidFill>
            <a:srgbClr val="E0B65E"/>
          </a:solidFill>
          <a:ln w="12700">
            <a:solidFill>
              <a:srgbClr val="E0B6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0" y="1783080"/>
            <a:ext cx="109728" cy="109728"/>
          </a:xfrm>
          <a:prstGeom prst="ellipse">
            <a:avLst/>
          </a:prstGeom>
          <a:solidFill>
            <a:srgbClr val="7FBF6A"/>
          </a:solidFill>
          <a:ln w="12700">
            <a:solidFill>
              <a:srgbClr val="7FBF6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0" y="1682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49440" y="2029968"/>
            <a:ext cx="1691640" cy="3547872"/>
          </a:xfrm>
          <a:prstGeom prst="roundRect">
            <a:avLst>
              <a:gd name="adj" fmla="val 4324"/>
            </a:avLst>
          </a:prstGeom>
          <a:solidFill>
            <a:srgbClr val="FAFBFC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95744" y="2194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server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022592" y="2468880"/>
            <a:ext cx="1554480" cy="310896"/>
          </a:xfrm>
          <a:prstGeom prst="roundRect">
            <a:avLst>
              <a:gd name="adj" fmla="val 17647"/>
            </a:avLst>
          </a:prstGeom>
          <a:solidFill>
            <a:srgbClr val="D9EDEE"/>
          </a:solidFill>
          <a:ln w="12700">
            <a:solidFill>
              <a:srgbClr val="D9ED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14032" y="24688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1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reference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28163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 server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823960" y="2231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Server API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823960" y="2615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What each endpoint unlocks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823960" y="29077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Chat endpoint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823960" y="3200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Skills endpoint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823960" y="349300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The skills override, in detail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823960" y="3785616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Errors, and what each causes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23960" y="407822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Acceptance checklist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37083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A minimal reference impl.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4406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DEMO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A SECOND 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eval loop, pointed at skill selection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47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eval question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9464" y="2212848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98648" y="17830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178308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28032" y="2212848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57216" y="17830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48656" y="178308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6600" y="2212848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15784" y="17830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07224" y="178308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47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skill it names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345168" y="2212848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74352" y="17830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65792" y="178308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judged against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skill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5285232" cy="1280160"/>
          </a:xfrm>
          <a:prstGeom prst="roundRect">
            <a:avLst>
              <a:gd name="adj" fmla="val 5714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246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6B77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evaluation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will TSMC's capacity be next year?”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272784" y="3063240"/>
            <a:ext cx="5285232" cy="1280160"/>
          </a:xfrm>
          <a:prstGeom prst="roundRect">
            <a:avLst>
              <a:gd name="adj" fmla="val 5714"/>
            </a:avLst>
          </a:prstGeom>
          <a:solidFill>
            <a:srgbClr val="D9EDEE"/>
          </a:solidFill>
          <a:ln w="12700">
            <a:solidFill>
              <a:srgbClr val="BFE0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3246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evaluation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47104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skill would you pick to answer: what will TSMC's capacity be next year?”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815584" y="3703320"/>
            <a:ext cx="256032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" y="4937760"/>
            <a:ext cx="3511296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" y="5084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feature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59536" y="5376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upload, run, judge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34256" y="4937760"/>
            <a:ext cx="3511296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53712" y="5084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label already existed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5376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carries a skill field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28432" y="4937760"/>
            <a:ext cx="3511296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47888" y="50840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cheaper signal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247888" y="5376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decision, not a whole trajectory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IN FLIGHT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SkillOpt recipe did not transfer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45352" y="169164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" y="4114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 nudges one section. The loss follows the gradient down.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245352" y="4114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edit is a rewrite. The loss jumps across the surface.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40080" y="4572000"/>
            <a:ext cx="8321040" cy="146304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4754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 now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914400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43584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72768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901952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231136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60320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89504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18688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547872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77056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06240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35424" y="50749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5440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batch, every skill in it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983480" y="5202936"/>
            <a:ext cx="3657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5440680" y="5010912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AE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532120" y="50109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digest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178040" y="5202936"/>
            <a:ext cx="32004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7589520" y="5010912"/>
            <a:ext cx="128016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680960" y="5010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update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5440680" y="54406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full traces — a confusion matrix and the agent's own setup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9235440" y="4572000"/>
            <a:ext cx="2313432" cy="1463040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2700">
            <a:solidFill>
              <a:srgbClr val="F0DFB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436608" y="47548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C98A12"/>
          </a:solidFill>
          <a:ln w="12700">
            <a:solidFill>
              <a:srgbClr val="C98A1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436608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9893808" y="4754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A5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flight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436608" y="5440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5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next sprint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I'd like from you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level 1.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285232" cy="1234440"/>
          </a:xfrm>
          <a:prstGeom prst="roundRect">
            <a:avLst>
              <a:gd name="adj" fmla="val 5926"/>
            </a:avLst>
          </a:prstGeom>
          <a:solidFill>
            <a:srgbClr val="2F3B47"/>
          </a:solidFill>
          <a:ln w="12700">
            <a:solidFill>
              <a:srgbClr val="2F3B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61518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596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chat endpoint you have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30358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needs nothing else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72784" y="2377440"/>
            <a:ext cx="5285232" cy="1234440"/>
          </a:xfrm>
          <a:prstGeom prst="roundRect">
            <a:avLst>
              <a:gd name="adj" fmla="val 5926"/>
            </a:avLst>
          </a:prstGeom>
          <a:solidFill>
            <a:srgbClr val="2F3B47"/>
          </a:solidFill>
          <a:ln w="12700">
            <a:solidFill>
              <a:srgbClr val="2F3B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28816" y="261518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2596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API reference to your assistant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04304" y="30358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written for that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285232" cy="1234440"/>
          </a:xfrm>
          <a:prstGeom prst="roundRect">
            <a:avLst>
              <a:gd name="adj" fmla="val 5926"/>
            </a:avLst>
          </a:prstGeom>
          <a:solidFill>
            <a:srgbClr val="2F3B47"/>
          </a:solidFill>
          <a:ln w="12700">
            <a:solidFill>
              <a:srgbClr val="2F3B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07822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0599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 with Test your server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4988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level you reached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2784" y="3840480"/>
            <a:ext cx="5285232" cy="1234440"/>
          </a:xfrm>
          <a:prstGeom prst="roundRect">
            <a:avLst>
              <a:gd name="adj" fmla="val 5926"/>
            </a:avLst>
          </a:prstGeom>
          <a:solidFill>
            <a:srgbClr val="2F3B47"/>
          </a:solidFill>
          <a:ln w="12700">
            <a:solidFill>
              <a:srgbClr val="2F3B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28816" y="407822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28816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40599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me where the doc made you guess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04304" y="44988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bug in the doc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6235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Plugging your domain agent into the platform</dc:title>
  <dc:subject>PptxGenJS Presentation</dc:subject>
  <dc:creator>Sprint demo</dc:creator>
  <cp:lastModifiedBy>Sprint demo</cp:lastModifiedBy>
  <cp:revision>1</cp:revision>
  <dcterms:created xsi:type="dcterms:W3CDTF">2026-09-10T17:51:39Z</dcterms:created>
  <dcterms:modified xsi:type="dcterms:W3CDTF">2026-09-10T17:51:39Z</dcterms:modified>
</cp:coreProperties>
</file>